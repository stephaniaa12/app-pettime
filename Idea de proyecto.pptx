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</p:sldIdLst>
  <p:sldSz cy="6858000" cx="12192000"/>
  <p:notesSz cx="6858000" cy="9144000"/>
  <p:embeddedFontLst>
    <p:embeddedFont>
      <p:font typeface="Play"/>
      <p:regular r:id="rId14"/>
      <p:bold r:id="rId1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6" roundtripDataSignature="AMtx7mjXCcHywGbrf72VYMH00MW9mrrug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font" Target="fonts/Play-bold.fntdata"/><Relationship Id="rId14" Type="http://schemas.openxmlformats.org/officeDocument/2006/relationships/font" Target="fonts/Play-regular.fntdata"/><Relationship Id="rId16" Type="http://customschemas.google.com/relationships/presentationmetadata" Target="meta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95aa492d8b_1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g395aa492d8b_1_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95aa492d8b_2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g395aa492d8b_2_2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95aa492d8b_2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g395aa492d8b_2_1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9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9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0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1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1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/>
        </p:txBody>
      </p:sp>
      <p:sp>
        <p:nvSpPr>
          <p:cNvPr id="26" name="Google Shape;26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2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12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3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3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13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13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13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lo el título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6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6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6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7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7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7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vertical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8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y texto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9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9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  <a:defRPr b="0" i="0" sz="4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8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Google Shape;9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jpg"/><Relationship Id="rId4" Type="http://schemas.openxmlformats.org/officeDocument/2006/relationships/image" Target="../media/image7.png"/><Relationship Id="rId5" Type="http://schemas.openxmlformats.org/officeDocument/2006/relationships/image" Target="../media/image3.png"/><Relationship Id="rId6" Type="http://schemas.openxmlformats.org/officeDocument/2006/relationships/image" Target="../media/image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5" name="Google Shape;85;p1"/>
          <p:cNvPicPr preferRelativeResize="0"/>
          <p:nvPr/>
        </p:nvPicPr>
        <p:blipFill rotWithShape="1">
          <a:blip r:embed="rId3">
            <a:alphaModFix/>
          </a:blip>
          <a:srcRect b="0" l="0" r="0" t="19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"/>
          <p:cNvSpPr/>
          <p:nvPr/>
        </p:nvSpPr>
        <p:spPr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1" name="Google Shape;91;p2"/>
          <p:cNvPicPr preferRelativeResize="0"/>
          <p:nvPr/>
        </p:nvPicPr>
        <p:blipFill rotWithShape="1">
          <a:blip r:embed="rId3">
            <a:alphaModFix/>
          </a:blip>
          <a:srcRect b="19" l="0" r="0" t="0"/>
          <a:stretch/>
        </p:blipFill>
        <p:spPr>
          <a:xfrm>
            <a:off x="20" y="1282"/>
            <a:ext cx="12191980" cy="6856718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2"/>
          <p:cNvSpPr txBox="1"/>
          <p:nvPr/>
        </p:nvSpPr>
        <p:spPr>
          <a:xfrm>
            <a:off x="5854150" y="3011550"/>
            <a:ext cx="5065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s-CO" sz="2400">
                <a:solidFill>
                  <a:srgbClr val="025CA9"/>
                </a:solidFill>
                <a:latin typeface="Calibri"/>
                <a:ea typeface="Calibri"/>
                <a:cs typeface="Calibri"/>
                <a:sym typeface="Calibri"/>
              </a:rPr>
              <a:t>Ingeniería de Sistemas, Complejo sur</a:t>
            </a:r>
            <a:endParaRPr/>
          </a:p>
        </p:txBody>
      </p:sp>
      <p:sp>
        <p:nvSpPr>
          <p:cNvPr id="93" name="Google Shape;93;p2"/>
          <p:cNvSpPr txBox="1"/>
          <p:nvPr/>
        </p:nvSpPr>
        <p:spPr>
          <a:xfrm>
            <a:off x="5834269" y="3319670"/>
            <a:ext cx="44826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 sz="3200">
                <a:solidFill>
                  <a:srgbClr val="002E5E"/>
                </a:solidFill>
                <a:latin typeface="Calibri"/>
                <a:ea typeface="Calibri"/>
                <a:cs typeface="Calibri"/>
                <a:sym typeface="Calibri"/>
              </a:rPr>
              <a:t>Sistemas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"/>
          <p:cNvSpPr/>
          <p:nvPr/>
        </p:nvSpPr>
        <p:spPr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9" name="Google Shape;99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3"/>
          <p:cNvSpPr txBox="1"/>
          <p:nvPr/>
        </p:nvSpPr>
        <p:spPr>
          <a:xfrm>
            <a:off x="4806600" y="3075000"/>
            <a:ext cx="25788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 sz="4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PET TIME</a:t>
            </a:r>
            <a:endParaRPr/>
          </a:p>
        </p:txBody>
      </p:sp>
      <p:sp>
        <p:nvSpPr>
          <p:cNvPr id="101" name="Google Shape;101;p3"/>
          <p:cNvSpPr txBox="1"/>
          <p:nvPr/>
        </p:nvSpPr>
        <p:spPr>
          <a:xfrm>
            <a:off x="4299150" y="4853650"/>
            <a:ext cx="3593700" cy="112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Natalia </a:t>
            </a:r>
            <a:r>
              <a:rPr lang="es-CO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Stephania</a:t>
            </a:r>
            <a:r>
              <a:rPr lang="es-CO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Rodriguez Araque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Luz Elena Giraldo Beltran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Rowinzon Estivell Tellez Estepa 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6" name="Google Shape;106;g395aa492d8b_1_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85325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g395aa492d8b_1_5"/>
          <p:cNvSpPr txBox="1"/>
          <p:nvPr/>
        </p:nvSpPr>
        <p:spPr>
          <a:xfrm>
            <a:off x="460515" y="391492"/>
            <a:ext cx="5883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2400">
                <a:solidFill>
                  <a:srgbClr val="002E5E"/>
                </a:solidFill>
                <a:latin typeface="Calibri"/>
                <a:ea typeface="Calibri"/>
                <a:cs typeface="Calibri"/>
                <a:sym typeface="Calibri"/>
              </a:rPr>
              <a:t>Pet Time</a:t>
            </a:r>
            <a:endParaRPr/>
          </a:p>
        </p:txBody>
      </p:sp>
      <p:sp>
        <p:nvSpPr>
          <p:cNvPr id="108" name="Google Shape;108;g395aa492d8b_1_5"/>
          <p:cNvSpPr txBox="1"/>
          <p:nvPr/>
        </p:nvSpPr>
        <p:spPr>
          <a:xfrm>
            <a:off x="652825" y="1307325"/>
            <a:ext cx="10715700" cy="504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000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Char char="●"/>
            </a:pPr>
            <a:r>
              <a:rPr lang="es-CO" sz="2700">
                <a:solidFill>
                  <a:schemeClr val="dk1"/>
                </a:solidFill>
              </a:rPr>
              <a:t>Descripción general:</a:t>
            </a:r>
            <a:endParaRPr sz="27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O" sz="2700">
                <a:solidFill>
                  <a:schemeClr val="dk1"/>
                </a:solidFill>
              </a:rPr>
              <a:t>PetTime es una aplicación que les permite a los dueños de mascotas agendar citas veterinarias de forma rápida y organizada. Nace como solución a la dificultad que muchas personas enfrentan al comunicarse con clínicas, encontrar disponibilidad y mantener control de los cuidados médicos de sus animales. La aplicación conecta directamente al usuario con veterinarios y permite gestionar citas, registrar datos de las mascotas y recibir recordatorios sobre controles, vacunas o procedimientos. </a:t>
            </a:r>
            <a:endParaRPr sz="2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3" name="Google Shape;113;g395aa492d8b_2_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85325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g395aa492d8b_2_22"/>
          <p:cNvSpPr txBox="1"/>
          <p:nvPr/>
        </p:nvSpPr>
        <p:spPr>
          <a:xfrm>
            <a:off x="460515" y="391492"/>
            <a:ext cx="5883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2400">
                <a:solidFill>
                  <a:srgbClr val="002E5E"/>
                </a:solidFill>
                <a:latin typeface="Calibri"/>
                <a:ea typeface="Calibri"/>
                <a:cs typeface="Calibri"/>
                <a:sym typeface="Calibri"/>
              </a:rPr>
              <a:t>Pet Time</a:t>
            </a:r>
            <a:endParaRPr/>
          </a:p>
        </p:txBody>
      </p:sp>
      <p:sp>
        <p:nvSpPr>
          <p:cNvPr id="115" name="Google Shape;115;g395aa492d8b_2_22"/>
          <p:cNvSpPr txBox="1"/>
          <p:nvPr/>
        </p:nvSpPr>
        <p:spPr>
          <a:xfrm>
            <a:off x="652825" y="1307325"/>
            <a:ext cx="10715700" cy="504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2700">
                <a:solidFill>
                  <a:schemeClr val="dk1"/>
                </a:solidFill>
              </a:rPr>
              <a:t>Funcionalidades de la aplicación (servicios ofrecidos al cliente):</a:t>
            </a:r>
            <a:endParaRPr sz="2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solidFill>
                <a:schemeClr val="dk1"/>
              </a:solidFill>
            </a:endParaRPr>
          </a:p>
          <a:p>
            <a:pPr indent="45720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2700">
                <a:solidFill>
                  <a:schemeClr val="dk1"/>
                </a:solidFill>
              </a:rPr>
              <a:t>○ Agendar citas sin desplazarse ni llamar. </a:t>
            </a:r>
            <a:endParaRPr sz="2700">
              <a:solidFill>
                <a:schemeClr val="dk1"/>
              </a:solidFill>
            </a:endParaRPr>
          </a:p>
          <a:p>
            <a:pPr indent="45720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2700">
                <a:solidFill>
                  <a:schemeClr val="dk1"/>
                </a:solidFill>
              </a:rPr>
              <a:t>○ Recordar atenciones médicas y vacunas. </a:t>
            </a:r>
            <a:endParaRPr sz="2700">
              <a:solidFill>
                <a:schemeClr val="dk1"/>
              </a:solidFill>
            </a:endParaRPr>
          </a:p>
          <a:p>
            <a:pPr indent="45720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2700">
                <a:solidFill>
                  <a:schemeClr val="dk1"/>
                </a:solidFill>
              </a:rPr>
              <a:t>○ Acceder rápidamente a veterinarios confiables. </a:t>
            </a:r>
            <a:endParaRPr sz="2700">
              <a:solidFill>
                <a:schemeClr val="dk1"/>
              </a:solidFill>
            </a:endParaRPr>
          </a:p>
          <a:p>
            <a:pPr indent="45720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2700">
                <a:solidFill>
                  <a:schemeClr val="dk1"/>
                </a:solidFill>
              </a:rPr>
              <a:t>○ Evitar filas, tiempos de espera y desorganización. </a:t>
            </a:r>
            <a:endParaRPr sz="2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0" name="Google Shape;120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6"/>
          <p:cNvSpPr txBox="1"/>
          <p:nvPr/>
        </p:nvSpPr>
        <p:spPr>
          <a:xfrm>
            <a:off x="460515" y="391492"/>
            <a:ext cx="5883964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2400">
                <a:solidFill>
                  <a:srgbClr val="002E5E"/>
                </a:solidFill>
                <a:latin typeface="Calibri"/>
                <a:ea typeface="Calibri"/>
                <a:cs typeface="Calibri"/>
                <a:sym typeface="Calibri"/>
              </a:rPr>
              <a:t>Pet Time</a:t>
            </a:r>
            <a:endParaRPr/>
          </a:p>
        </p:txBody>
      </p:sp>
      <p:sp>
        <p:nvSpPr>
          <p:cNvPr id="122" name="Google Shape;122;p6"/>
          <p:cNvSpPr txBox="1"/>
          <p:nvPr/>
        </p:nvSpPr>
        <p:spPr>
          <a:xfrm>
            <a:off x="490625" y="1258550"/>
            <a:ext cx="11134800" cy="489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2200">
                <a:solidFill>
                  <a:schemeClr val="dk1"/>
                </a:solidFill>
              </a:rPr>
              <a:t>Perfil del usuario objetivo: </a:t>
            </a:r>
            <a:endParaRPr sz="2200">
              <a:solidFill>
                <a:schemeClr val="dk1"/>
              </a:solidFill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2200">
                <a:solidFill>
                  <a:schemeClr val="dk1"/>
                </a:solidFill>
              </a:rPr>
              <a:t>● Edad: 15 a 60 años </a:t>
            </a:r>
            <a:endParaRPr sz="22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2200">
                <a:solidFill>
                  <a:schemeClr val="dk1"/>
                </a:solidFill>
              </a:rPr>
              <a:t>● Ocupación: Estudiantes, trabajadores, familias, profesionales, cuidadores de mascotas. </a:t>
            </a:r>
            <a:endParaRPr sz="22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2200">
                <a:solidFill>
                  <a:schemeClr val="dk1"/>
                </a:solidFill>
              </a:rPr>
              <a:t>● Nivel educativo: Básico, medio o superior. </a:t>
            </a:r>
            <a:endParaRPr sz="2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2200">
                <a:solidFill>
                  <a:schemeClr val="dk1"/>
                </a:solidFill>
              </a:rPr>
              <a:t>Contexto social o económico: </a:t>
            </a:r>
            <a:endParaRPr sz="22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2200">
                <a:solidFill>
                  <a:schemeClr val="dk1"/>
                </a:solidFill>
              </a:rPr>
              <a:t>● Usuarios con mascotas en zonas urbanas o semiurbanas, con acceso a internet y dispositivos móviles. </a:t>
            </a:r>
            <a:endParaRPr sz="2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7" name="Google Shape;127;g395aa492d8b_2_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g395aa492d8b_2_15"/>
          <p:cNvSpPr txBox="1"/>
          <p:nvPr/>
        </p:nvSpPr>
        <p:spPr>
          <a:xfrm>
            <a:off x="460515" y="391492"/>
            <a:ext cx="5883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2400">
                <a:solidFill>
                  <a:srgbClr val="002E5E"/>
                </a:solidFill>
                <a:latin typeface="Calibri"/>
                <a:ea typeface="Calibri"/>
                <a:cs typeface="Calibri"/>
                <a:sym typeface="Calibri"/>
              </a:rPr>
              <a:t>Pet Time</a:t>
            </a:r>
            <a:endParaRPr/>
          </a:p>
        </p:txBody>
      </p:sp>
      <p:sp>
        <p:nvSpPr>
          <p:cNvPr id="129" name="Google Shape;129;g395aa492d8b_2_15"/>
          <p:cNvSpPr txBox="1"/>
          <p:nvPr/>
        </p:nvSpPr>
        <p:spPr>
          <a:xfrm>
            <a:off x="528600" y="1434000"/>
            <a:ext cx="11134800" cy="489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●"/>
            </a:pPr>
            <a:r>
              <a:rPr lang="es-CO" sz="2200">
                <a:solidFill>
                  <a:schemeClr val="dk1"/>
                </a:solidFill>
              </a:rPr>
              <a:t>Estructuración</a:t>
            </a:r>
            <a:r>
              <a:rPr lang="es-CO" sz="2200">
                <a:solidFill>
                  <a:schemeClr val="dk1"/>
                </a:solidFill>
              </a:rPr>
              <a:t> inicial</a:t>
            </a:r>
            <a:endParaRPr sz="2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2200">
                <a:solidFill>
                  <a:schemeClr val="dk1"/>
                </a:solidFill>
              </a:rPr>
              <a:t>Nuestro prototipo inicial de PetTime muestra el flujo básico de navegación de la aplicación móvil, facilitando la interacción del usuario desde el inicio de sesión hasta el acceso a las principales funciones. </a:t>
            </a:r>
            <a:endParaRPr sz="2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2200">
                <a:solidFill>
                  <a:schemeClr val="dk1"/>
                </a:solidFill>
              </a:rPr>
              <a:t>El diseño busca transmitir una experiencia cálida, amigable y colorida, inspirada en el bienestar animal y la confianza del usuario. Las pantallas seran desarrolladas en Android Studio, utilizando componentes nativos de interfaz (xml). </a:t>
            </a:r>
            <a:endParaRPr sz="2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2200">
                <a:solidFill>
                  <a:schemeClr val="dk1"/>
                </a:solidFill>
              </a:rPr>
              <a:t>INICIO DE </a:t>
            </a:r>
            <a:r>
              <a:rPr lang="es-CO" sz="2200">
                <a:solidFill>
                  <a:schemeClr val="dk1"/>
                </a:solidFill>
              </a:rPr>
              <a:t>SESIÓN</a:t>
            </a:r>
            <a:r>
              <a:rPr lang="es-CO" sz="2200">
                <a:solidFill>
                  <a:schemeClr val="dk1"/>
                </a:solidFill>
              </a:rPr>
              <a:t>            REGISTRO DE USUARIO            PANTALLA </a:t>
            </a:r>
            <a:r>
              <a:rPr lang="es-CO" sz="2200">
                <a:solidFill>
                  <a:schemeClr val="dk1"/>
                </a:solidFill>
              </a:rPr>
              <a:t>PRINCIPAL</a:t>
            </a:r>
            <a:r>
              <a:rPr lang="es-CO" sz="2200">
                <a:solidFill>
                  <a:schemeClr val="dk1"/>
                </a:solidFill>
              </a:rPr>
              <a:t> </a:t>
            </a:r>
            <a:endParaRPr sz="2200">
              <a:solidFill>
                <a:schemeClr val="dk1"/>
              </a:solidFill>
            </a:endParaRPr>
          </a:p>
        </p:txBody>
      </p:sp>
      <p:sp>
        <p:nvSpPr>
          <p:cNvPr id="130" name="Google Shape;130;g395aa492d8b_2_15"/>
          <p:cNvSpPr/>
          <p:nvPr/>
        </p:nvSpPr>
        <p:spPr>
          <a:xfrm>
            <a:off x="3268751" y="4286502"/>
            <a:ext cx="482100" cy="1836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g395aa492d8b_2_15"/>
          <p:cNvSpPr/>
          <p:nvPr/>
        </p:nvSpPr>
        <p:spPr>
          <a:xfrm>
            <a:off x="7503600" y="4278340"/>
            <a:ext cx="482100" cy="1836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" name="Google Shape;136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85325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4"/>
          <p:cNvSpPr txBox="1"/>
          <p:nvPr/>
        </p:nvSpPr>
        <p:spPr>
          <a:xfrm>
            <a:off x="460515" y="391492"/>
            <a:ext cx="5883964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2400">
                <a:solidFill>
                  <a:srgbClr val="002E5E"/>
                </a:solidFill>
                <a:latin typeface="Calibri"/>
                <a:ea typeface="Calibri"/>
                <a:cs typeface="Calibri"/>
                <a:sym typeface="Calibri"/>
              </a:rPr>
              <a:t>Pet Time</a:t>
            </a:r>
            <a:endParaRPr/>
          </a:p>
        </p:txBody>
      </p:sp>
      <p:pic>
        <p:nvPicPr>
          <p:cNvPr id="138" name="Google Shape;138;p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94975" y="1605013"/>
            <a:ext cx="1733550" cy="3114675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4"/>
          <p:cNvSpPr txBox="1"/>
          <p:nvPr/>
        </p:nvSpPr>
        <p:spPr>
          <a:xfrm>
            <a:off x="789250" y="5026575"/>
            <a:ext cx="2026500" cy="73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600">
                <a:solidFill>
                  <a:schemeClr val="dk1"/>
                </a:solidFill>
              </a:rPr>
              <a:t>Modelo de pantalla de Inicio</a:t>
            </a:r>
            <a:endParaRPr sz="1600">
              <a:solidFill>
                <a:schemeClr val="dk1"/>
              </a:solidFill>
            </a:endParaRPr>
          </a:p>
        </p:txBody>
      </p:sp>
      <p:pic>
        <p:nvPicPr>
          <p:cNvPr id="140" name="Google Shape;140;p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382475" y="1600263"/>
            <a:ext cx="1790700" cy="3124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p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218138" y="1624075"/>
            <a:ext cx="1762125" cy="3076575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4"/>
          <p:cNvSpPr txBox="1"/>
          <p:nvPr/>
        </p:nvSpPr>
        <p:spPr>
          <a:xfrm>
            <a:off x="4013925" y="5026575"/>
            <a:ext cx="2527800" cy="73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600">
                <a:solidFill>
                  <a:schemeClr val="dk1"/>
                </a:solidFill>
              </a:rPr>
              <a:t>M</a:t>
            </a:r>
            <a:r>
              <a:rPr lang="es-CO" sz="1600">
                <a:solidFill>
                  <a:schemeClr val="dk1"/>
                </a:solidFill>
              </a:rPr>
              <a:t>odelo de pantalla de Registro de Usuarios</a:t>
            </a:r>
            <a:endParaRPr sz="1600">
              <a:solidFill>
                <a:schemeClr val="dk1"/>
              </a:solidFill>
            </a:endParaRPr>
          </a:p>
        </p:txBody>
      </p:sp>
      <p:sp>
        <p:nvSpPr>
          <p:cNvPr id="143" name="Google Shape;143;p4"/>
          <p:cNvSpPr txBox="1"/>
          <p:nvPr/>
        </p:nvSpPr>
        <p:spPr>
          <a:xfrm>
            <a:off x="7835313" y="5026575"/>
            <a:ext cx="2527800" cy="73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600">
                <a:solidFill>
                  <a:schemeClr val="dk1"/>
                </a:solidFill>
              </a:rPr>
              <a:t>M</a:t>
            </a:r>
            <a:r>
              <a:rPr lang="es-CO" sz="1600">
                <a:solidFill>
                  <a:schemeClr val="dk1"/>
                </a:solidFill>
              </a:rPr>
              <a:t>odelo de pantalla de Pantalla Principal</a:t>
            </a:r>
            <a:endParaRPr sz="16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7"/>
          <p:cNvSpPr/>
          <p:nvPr/>
        </p:nvSpPr>
        <p:spPr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9" name="Google Shape;149;p7"/>
          <p:cNvPicPr preferRelativeResize="0"/>
          <p:nvPr/>
        </p:nvPicPr>
        <p:blipFill rotWithShape="1">
          <a:blip r:embed="rId3">
            <a:alphaModFix/>
          </a:blip>
          <a:srcRect b="0" l="0" r="0" t="19"/>
          <a:stretch/>
        </p:blipFill>
        <p:spPr>
          <a:xfrm>
            <a:off x="20" y="1282"/>
            <a:ext cx="12191980" cy="68567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2024-02-16T20:05:32Z</dcterms:created>
  <dc:creator>Jefe Publicidad</dc:creator>
</cp:coreProperties>
</file>